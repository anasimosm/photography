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829"/>
    <a:srgbClr val="344F3C"/>
    <a:srgbClr val="12190D"/>
    <a:srgbClr val="0F160F"/>
    <a:srgbClr val="505838"/>
    <a:srgbClr val="0F170E"/>
    <a:srgbClr val="EB741A"/>
    <a:srgbClr val="C5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8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7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4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8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7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0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5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1D239-061B-42B3-9A0F-857E9B923F5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345B6-F9F8-471C-A281-490C09B4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30" y="-558259"/>
            <a:ext cx="12463054" cy="83087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049" y="-117567"/>
            <a:ext cx="5569947" cy="3713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0364" y="1920124"/>
            <a:ext cx="34109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m-ET" sz="11400" dirty="0" smtClean="0">
                <a:solidFill>
                  <a:schemeClr val="bg1"/>
                </a:solidFill>
              </a:rPr>
              <a:t>ሀበሻ</a:t>
            </a:r>
            <a:endParaRPr lang="en-US" sz="114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55670" y="3265759"/>
            <a:ext cx="3774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m-ET" sz="4800" dirty="0" smtClean="0">
                <a:solidFill>
                  <a:srgbClr val="EB741A"/>
                </a:solidFill>
              </a:rPr>
              <a:t>ፒክስልስ</a:t>
            </a:r>
            <a:endParaRPr lang="en-US" sz="4800" dirty="0">
              <a:solidFill>
                <a:srgbClr val="EB741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7228" y="4274614"/>
            <a:ext cx="493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m-ET" sz="2800" dirty="0" smtClean="0">
                <a:solidFill>
                  <a:schemeClr val="bg1"/>
                </a:solidFill>
              </a:rPr>
              <a:t>የሚያስታውስ ይዘት፤ የሚያድግ ውጤት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539" y="4274614"/>
            <a:ext cx="2696716" cy="17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3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1449" y="-1841095"/>
            <a:ext cx="15828913" cy="102455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693" y="2141950"/>
            <a:ext cx="13345400" cy="88969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2405" y="-232467"/>
            <a:ext cx="4649664" cy="3099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27" y="1580910"/>
            <a:ext cx="34109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m-ET" sz="11400" dirty="0" smtClean="0">
                <a:solidFill>
                  <a:srgbClr val="0F160F"/>
                </a:solidFill>
              </a:rPr>
              <a:t>ሀበሻ</a:t>
            </a:r>
            <a:endParaRPr lang="en-US" sz="11400" dirty="0">
              <a:solidFill>
                <a:srgbClr val="0F160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159" y="3042847"/>
            <a:ext cx="37746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m-ET" sz="4400" dirty="0" smtClean="0">
                <a:solidFill>
                  <a:srgbClr val="EB741A"/>
                </a:solidFill>
              </a:rPr>
              <a:t>ፒክስልስ</a:t>
            </a:r>
            <a:endParaRPr lang="en-US" sz="4400" dirty="0">
              <a:solidFill>
                <a:srgbClr val="EB741A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921624" y="793376"/>
            <a:ext cx="26894" cy="4572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948518" y="793376"/>
            <a:ext cx="26894" cy="4572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869" y="3114777"/>
            <a:ext cx="938374" cy="62558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524" y="2430939"/>
            <a:ext cx="1249155" cy="83277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071" y="3645834"/>
            <a:ext cx="1077812" cy="71854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26" y="4705187"/>
            <a:ext cx="1224147" cy="81609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514" y="4167736"/>
            <a:ext cx="1151173" cy="7674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01953" y="2867309"/>
            <a:ext cx="2670427" cy="24980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747882" y="443441"/>
            <a:ext cx="4019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m-ET" sz="4800" dirty="0">
                <a:solidFill>
                  <a:srgbClr val="344F3C"/>
                </a:solidFill>
              </a:rPr>
              <a:t>የካርዱ </a:t>
            </a:r>
            <a:r>
              <a:rPr lang="am-ET" sz="4800" dirty="0" smtClean="0">
                <a:solidFill>
                  <a:srgbClr val="344F3C"/>
                </a:solidFill>
              </a:rPr>
              <a:t>ባለቤት</a:t>
            </a:r>
            <a:r>
              <a:rPr lang="en-US" sz="4800" dirty="0" smtClean="0">
                <a:solidFill>
                  <a:srgbClr val="344F3C"/>
                </a:solidFill>
              </a:rPr>
              <a:t> </a:t>
            </a:r>
            <a:r>
              <a:rPr lang="am-ET" sz="4800" dirty="0" smtClean="0">
                <a:solidFill>
                  <a:srgbClr val="344F3C"/>
                </a:solidFill>
              </a:rPr>
              <a:t>ስም</a:t>
            </a:r>
            <a:endParaRPr lang="en-US" sz="4800" dirty="0">
              <a:solidFill>
                <a:srgbClr val="344F3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05508" y="1361994"/>
            <a:ext cx="36320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m-ET" sz="2800" dirty="0" smtClean="0">
                <a:solidFill>
                  <a:srgbClr val="FB8829"/>
                </a:solidFill>
              </a:rPr>
              <a:t>የካርዱ ባለቤት የስራ </a:t>
            </a:r>
            <a:r>
              <a:rPr lang="am-ET" sz="2800" dirty="0">
                <a:solidFill>
                  <a:srgbClr val="FB8829"/>
                </a:solidFill>
              </a:rPr>
              <a:t>መደብ</a:t>
            </a:r>
            <a:endParaRPr lang="en-US" sz="2800" dirty="0">
              <a:solidFill>
                <a:srgbClr val="FB8829"/>
              </a:solidFill>
            </a:endParaRPr>
          </a:p>
          <a:p>
            <a:endParaRPr lang="en-US" dirty="0">
              <a:solidFill>
                <a:srgbClr val="344F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5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Nyala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Winter</dc:creator>
  <cp:lastModifiedBy>Winter</cp:lastModifiedBy>
  <cp:revision>20</cp:revision>
  <dcterms:created xsi:type="dcterms:W3CDTF">2026-04-07T22:22:59Z</dcterms:created>
  <dcterms:modified xsi:type="dcterms:W3CDTF">2026-04-08T11:12:07Z</dcterms:modified>
</cp:coreProperties>
</file>